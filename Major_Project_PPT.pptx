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Phishing Awareness Simulation Using Social Engineering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dirty="0"/>
              <a:t>Name: Tony Bush</a:t>
            </a:r>
          </a:p>
          <a:p>
            <a:pPr>
              <a:defRPr sz="2200"/>
            </a:pPr>
            <a:r>
              <a:rPr dirty="0"/>
              <a:t>Internship Domain: Cybersecurity</a:t>
            </a:r>
          </a:p>
          <a:p>
            <a:pPr>
              <a:defRPr sz="2200"/>
            </a:pPr>
            <a:r>
              <a:rPr dirty="0"/>
              <a:t>Organization: </a:t>
            </a:r>
            <a:r>
              <a:rPr dirty="0" err="1"/>
              <a:t>Naviotech</a:t>
            </a:r>
            <a:r>
              <a:rPr dirty="0"/>
              <a:t> Solution</a:t>
            </a:r>
          </a:p>
          <a:p>
            <a:pPr>
              <a:defRPr sz="2200"/>
            </a:pPr>
            <a:r>
              <a:rPr dirty="0"/>
              <a:t>Project Type: Awareness-Based Security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Phishing is one of the most prevalent cyber threats affecting individuals and organizations globally.</a:t>
            </a:r>
          </a:p>
          <a:p>
            <a:pPr>
              <a:defRPr sz="2200"/>
            </a:pPr>
            <a:r>
              <a:rPr dirty="0"/>
              <a:t>It relies on social engineering rather than exploiting technical vulnerabilities.</a:t>
            </a:r>
          </a:p>
          <a:p>
            <a:pPr>
              <a:defRPr sz="2200"/>
            </a:pPr>
            <a:r>
              <a:rPr dirty="0"/>
              <a:t>Attackers impersonate trusted entities to manipulate users into revealing sensitive information.</a:t>
            </a:r>
          </a:p>
          <a:p>
            <a:pPr>
              <a:defRPr sz="2200"/>
            </a:pPr>
            <a:r>
              <a:rPr dirty="0"/>
              <a:t>Understanding phishing techniques is critical to strengthening human-centric cybersecurity.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 frequently fail to differentiate between legitimate and malicious websites.</a:t>
            </a:r>
          </a:p>
          <a:p>
            <a:pPr>
              <a:defRPr sz="2200"/>
            </a:pPr>
            <a:r>
              <a:t>Sophisticated phishing pages closely resemble real authentication portals.</a:t>
            </a:r>
          </a:p>
          <a:p>
            <a:pPr>
              <a:defRPr sz="2200"/>
            </a:pPr>
            <a:r>
              <a:t>Lack of awareness results in credential theft, identity fraud, and data breaches.</a:t>
            </a:r>
          </a:p>
          <a:p>
            <a:pPr>
              <a:defRPr sz="2200"/>
            </a:pPr>
            <a:r>
              <a:t>Organizations continue to suffer losses due to human error in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To study phishing attacks and social engineering techniques used by attackers.</a:t>
            </a:r>
          </a:p>
          <a:p>
            <a:pPr>
              <a:defRPr sz="2200"/>
            </a:pPr>
            <a:r>
              <a:rPr dirty="0"/>
              <a:t>To design and simulate a phishing login page using HTML and CSS.</a:t>
            </a:r>
          </a:p>
          <a:p>
            <a:pPr>
              <a:defRPr sz="2200"/>
            </a:pPr>
            <a:r>
              <a:rPr dirty="0"/>
              <a:t>To demonstrate how visual design influences user trust.</a:t>
            </a:r>
          </a:p>
          <a:p>
            <a:pPr>
              <a:defRPr sz="2200"/>
            </a:pPr>
            <a:r>
              <a:rPr dirty="0"/>
              <a:t>To highlight the importance of awareness in preventing phishing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Phishing Techniques Studied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Email-based phishing using spoofed messages.</a:t>
            </a:r>
          </a:p>
          <a:p>
            <a:pPr>
              <a:defRPr sz="2200"/>
            </a:pPr>
            <a:r>
              <a:t>Fake login pages mimicking legitimate services.</a:t>
            </a:r>
          </a:p>
          <a:p>
            <a:pPr>
              <a:defRPr sz="2200"/>
            </a:pPr>
            <a:r>
              <a:t>Impersonation of trusted brands and platforms.</a:t>
            </a:r>
          </a:p>
          <a:p>
            <a:pPr>
              <a:defRPr sz="2200"/>
            </a:pPr>
            <a:r>
              <a:t>Urgency and fear-based messaging to manipulate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HTML for structuring the phishing login interface.</a:t>
            </a:r>
          </a:p>
          <a:p>
            <a:pPr>
              <a:defRPr sz="2200"/>
            </a:pPr>
            <a:r>
              <a:t>CSS for styling and enhancing the realism of the page.</a:t>
            </a:r>
          </a:p>
          <a:p>
            <a:pPr>
              <a:defRPr sz="2200"/>
            </a:pPr>
            <a:r>
              <a:t>Web browsers for executing and testing the simulation.</a:t>
            </a:r>
          </a:p>
          <a:p>
            <a:pPr>
              <a:defRPr sz="2200"/>
            </a:pPr>
            <a:r>
              <a:t>Local system environment to ensure ethical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Simulation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basic phishing login page was initially created using HTML.</a:t>
            </a:r>
          </a:p>
          <a:p>
            <a:pPr>
              <a:defRPr sz="2200"/>
            </a:pPr>
            <a:r>
              <a:t>The page was enhanced using CSS to appear professional and trustworthy.</a:t>
            </a:r>
          </a:p>
          <a:p>
            <a:pPr>
              <a:defRPr sz="2200"/>
            </a:pPr>
            <a:r>
              <a:t>No backend processing or data storage was implemented.</a:t>
            </a:r>
          </a:p>
          <a:p>
            <a:pPr>
              <a:defRPr sz="2200"/>
            </a:pPr>
            <a:r>
              <a:t>The simulation was executed locally for ethical and educational purposes.</a:t>
            </a:r>
          </a:p>
        </p:txBody>
      </p:sp>
      <p:pic>
        <p:nvPicPr>
          <p:cNvPr id="5" name="Picture 4" descr="Screenshot (7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5" y="4044099"/>
            <a:ext cx="3901440" cy="2194560"/>
          </a:xfrm>
          <a:prstGeom prst="rect">
            <a:avLst/>
          </a:prstGeom>
        </p:spPr>
      </p:pic>
      <p:pic>
        <p:nvPicPr>
          <p:cNvPr id="6" name="Picture 5" descr="Screenshot (7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60" y="4044099"/>
            <a:ext cx="39014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Even simple phishing designs can deceive unsuspecting users.</a:t>
            </a:r>
          </a:p>
          <a:p>
            <a:pPr>
              <a:defRPr sz="2200"/>
            </a:pPr>
            <a:r>
              <a:t>Enhanced visual styling significantly increases perceived legitimacy.</a:t>
            </a:r>
          </a:p>
          <a:p>
            <a:pPr>
              <a:defRPr sz="2200"/>
            </a:pPr>
            <a:r>
              <a:t>Phishing attacks exploit human trust more than technical flaws.</a:t>
            </a:r>
          </a:p>
          <a:p>
            <a:pPr>
              <a:defRPr sz="2200"/>
            </a:pPr>
            <a:r>
              <a:t>User awareness remains the weakest yet most important security factor.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rPr dirty="0"/>
              <a:t>Preventive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Conduct regular cybersecurity awareness and phishing training.</a:t>
            </a:r>
          </a:p>
          <a:p>
            <a:pPr>
              <a:defRPr sz="2200"/>
            </a:pPr>
            <a:r>
              <a:rPr dirty="0"/>
              <a:t>Encourage users to verify URLs before entering credentials.</a:t>
            </a:r>
          </a:p>
          <a:p>
            <a:pPr>
              <a:defRPr sz="2200"/>
            </a:pPr>
            <a:r>
              <a:rPr dirty="0"/>
              <a:t>Implement Multi-Factor Authentication (MFA) for critical systems.</a:t>
            </a:r>
          </a:p>
          <a:p>
            <a:pPr>
              <a:defRPr sz="2200"/>
            </a:pPr>
            <a:r>
              <a:rPr dirty="0"/>
              <a:t>Use advanced email filtering and spam detection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Phishing attacks are primarily driven by social engineering techniques.</a:t>
            </a:r>
          </a:p>
          <a:p>
            <a:pPr>
              <a:defRPr sz="2200"/>
            </a:pPr>
            <a:r>
              <a:rPr dirty="0"/>
              <a:t>Attackers can easily create convincing fake websites using basic tools.</a:t>
            </a:r>
          </a:p>
          <a:p>
            <a:pPr>
              <a:defRPr sz="2200"/>
            </a:pPr>
            <a:r>
              <a:rPr dirty="0"/>
              <a:t>Awareness and education are the strongest defenses against phishing.</a:t>
            </a:r>
          </a:p>
          <a:p>
            <a:pPr>
              <a:defRPr sz="2200"/>
            </a:pPr>
            <a:r>
              <a:rPr dirty="0"/>
              <a:t>Ethical simulations are effective in improving user cybersecurity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409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Phishing Awareness Simulation Using Social Engineering Techniques</vt:lpstr>
      <vt:lpstr>Introduction</vt:lpstr>
      <vt:lpstr>Problem Statement</vt:lpstr>
      <vt:lpstr>Objectives of the Project</vt:lpstr>
      <vt:lpstr>Phishing Techniques Studied</vt:lpstr>
      <vt:lpstr>Tools and Technologies Used</vt:lpstr>
      <vt:lpstr>Simulation Design</vt:lpstr>
      <vt:lpstr>Results and Analysis</vt:lpstr>
      <vt:lpstr>Preventive Measures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Annamalai, Sridhar</cp:lastModifiedBy>
  <cp:revision>3</cp:revision>
  <dcterms:created xsi:type="dcterms:W3CDTF">2013-01-27T09:14:16Z</dcterms:created>
  <dcterms:modified xsi:type="dcterms:W3CDTF">2026-01-06T06:02:30Z</dcterms:modified>
  <cp:category/>
</cp:coreProperties>
</file>